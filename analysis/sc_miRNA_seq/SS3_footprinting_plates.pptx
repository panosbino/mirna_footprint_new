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7" r:id="rId3"/>
    <p:sldId id="268" r:id="rId4"/>
    <p:sldId id="263" r:id="rId5"/>
    <p:sldId id="265" r:id="rId6"/>
    <p:sldId id="269" r:id="rId7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1BBE1"/>
    <a:srgbClr val="C8D7BD"/>
    <a:srgbClr val="FFBAB2"/>
    <a:srgbClr val="FFF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8"/>
    <p:restoredTop sz="96281"/>
  </p:normalViewPr>
  <p:slideViewPr>
    <p:cSldViewPr snapToGrid="0">
      <p:cViewPr>
        <p:scale>
          <a:sx n="250" d="100"/>
          <a:sy n="250" d="100"/>
        </p:scale>
        <p:origin x="2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B4487-B8D2-4178-556A-16775F0BD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87-41D5-5CEE-2417-9E2C8D70E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B0C1-2FCD-5DAF-F23F-0B2D8FDF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EF471-81B2-2283-3BDB-682DBBF4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83E5-BB52-458B-11DB-4D947243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5344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507F-1B5B-B9A0-0394-6C535EEA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5535-8505-64EF-199A-D0A5BC1FE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BF55-7B67-6A33-61E7-9E8FF0FB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689B7-BE96-DECC-088F-390411D9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7D2A-91CD-A408-2DA1-273837FE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5193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AC1D-A41A-2DAE-2528-43500DC50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8B5B2-1F46-6941-222C-256F82940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F23AF-B5C3-B18D-977B-A56136A6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95B6-8055-8606-806A-12C20541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6974A-2647-04BE-8C35-9A73DE90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117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AC9B-F862-0904-7B36-723DACD2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5311-323E-64D0-2536-D8FF23C8A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0B520-E00A-12B6-19E6-ED5C8372C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91F1-102B-DE80-56DE-188F6E5C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8C543-447C-DD34-5897-DF3FD273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A5CF-25ED-5622-9D41-02891A3D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6499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8E04-E9DF-69FE-C14D-0E6E1F2F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8D66A-9D9D-2A82-88AE-0E40E4F34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0EEF4-0584-0062-F99F-C6EF65972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1D1A2-917B-DAA8-73D5-E6DB2FD40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EBABC-4E1E-E5B5-0243-ED4640B07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56593-401C-3A53-D25C-B3A66B3D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D2F8C-29A4-5FC2-2F93-24764803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CE8BD-4E51-26ED-63C4-7FDC5A86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9710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2BD7-85B8-CF65-03CD-9E26F259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C353B-2AEA-B908-EB7C-2A477CCB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915EA-FE36-59CF-B336-5D208BBF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62C53-1BE3-CB4E-71DC-5F2D4EA5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9475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46AAF-7934-4EB2-6038-A630D3C4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960F0-6D7F-4F32-93E6-25F3E1EC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02DD-34CD-F163-9AE0-0F0AB631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2891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8B7D-3CCD-5B15-7750-32B13E44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712B-8386-6443-55BC-F601D800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18821-7493-1BC0-6120-5536B906E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B546-7744-B485-36F6-8C5237E2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61AB7-D9A8-325C-23BA-7655B023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BCD2B-F357-F01F-A485-28A8645D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0259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2C39-BDBB-2726-73E2-3293CE4E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78311-9A6C-1A42-9D75-BD00C4D06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03061-742D-3252-8EF9-20FD7EC35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7F7C8-D9C9-26EE-4928-A62270BC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592C7-EA77-CCD2-47C3-1DA343AC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E1ED-7300-ADD3-EAB0-E2CFB033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7679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6CD0-A637-5A49-2640-0107F6CD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3581F-F3F3-FA81-365D-0095BCAD8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131EA-8E37-9E05-5CFE-63371AEA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F0C1-B590-9DE4-90A5-EED76685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AB87-8571-C6A9-6FD4-B83D7DF8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5536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59221-346F-0461-6EF2-54984FC36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824B9-F04C-DB52-80F1-D1145EBFA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68A2-BD37-23F6-392F-146AFEF6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EFE0-CED4-967E-4EDA-4F78DA29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8760B-1129-9749-1E81-C41F7C35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6862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623DA-3CEB-9FEB-9BBB-D135DADE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94B18-4B94-7F09-6F17-4E8CC128F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60094-8390-8100-DC94-53AE2DD1F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5AA65-9F82-5041-A85D-A6FAD2945867}" type="datetimeFigureOut">
              <a:rPr lang="en-SE" smtClean="0"/>
              <a:t>2024-07-23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A5145-30D4-1466-20DF-867667597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08C80-25AC-2726-A537-7E82EFDF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F466A-49EC-994B-BB4E-466C4BB358E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8415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6C66D-957A-EC27-C7A9-BACD6C783A01}"/>
              </a:ext>
            </a:extLst>
          </p:cNvPr>
          <p:cNvSpPr txBox="1"/>
          <p:nvPr/>
        </p:nvSpPr>
        <p:spPr>
          <a:xfrm>
            <a:off x="3621267" y="101519"/>
            <a:ext cx="217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2024_07_26_plate_1</a:t>
            </a:r>
            <a:endParaRPr lang="en-SE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775E2E6-538E-CF69-0A13-5121D7B2B6D7}"/>
              </a:ext>
            </a:extLst>
          </p:cNvPr>
          <p:cNvGrpSpPr/>
          <p:nvPr/>
        </p:nvGrpSpPr>
        <p:grpSpPr>
          <a:xfrm>
            <a:off x="980124" y="1701532"/>
            <a:ext cx="6840000" cy="4500000"/>
            <a:chOff x="1052792" y="2008172"/>
            <a:chExt cx="5133909" cy="3432061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D94D9BE-369C-5623-504C-6B96B435A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792" y="2008172"/>
              <a:ext cx="5133909" cy="3432061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E85CD8-FDE4-38E9-93D2-11E03974D1F1}"/>
                </a:ext>
              </a:extLst>
            </p:cNvPr>
            <p:cNvSpPr/>
            <p:nvPr/>
          </p:nvSpPr>
          <p:spPr>
            <a:xfrm>
              <a:off x="1439957" y="2120307"/>
              <a:ext cx="919467" cy="3072938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7D7167-A0C5-F64E-98AB-7A705B238F0C}"/>
                </a:ext>
              </a:extLst>
            </p:cNvPr>
            <p:cNvSpPr/>
            <p:nvPr/>
          </p:nvSpPr>
          <p:spPr>
            <a:xfrm>
              <a:off x="2364871" y="2120307"/>
              <a:ext cx="1072096" cy="3072938"/>
            </a:xfrm>
            <a:prstGeom prst="rect">
              <a:avLst/>
            </a:prstGeom>
            <a:solidFill>
              <a:schemeClr val="accent6">
                <a:lumMod val="75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670BB-6F87-E937-70BE-809C6F3CFB65}"/>
              </a:ext>
            </a:extLst>
          </p:cNvPr>
          <p:cNvSpPr/>
          <p:nvPr/>
        </p:nvSpPr>
        <p:spPr>
          <a:xfrm>
            <a:off x="4158738" y="1848560"/>
            <a:ext cx="1444625" cy="4029130"/>
          </a:xfrm>
          <a:prstGeom prst="rect">
            <a:avLst/>
          </a:prstGeom>
          <a:solidFill>
            <a:srgbClr val="7030A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9C9A51-B058-022A-9CBA-EF93D5BBED84}"/>
              </a:ext>
            </a:extLst>
          </p:cNvPr>
          <p:cNvSpPr/>
          <p:nvPr/>
        </p:nvSpPr>
        <p:spPr>
          <a:xfrm>
            <a:off x="5605498" y="1848560"/>
            <a:ext cx="1205058" cy="402913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9D3548-E185-A856-5699-2ED648DFDC4B}"/>
              </a:ext>
            </a:extLst>
          </p:cNvPr>
          <p:cNvSpPr/>
          <p:nvPr/>
        </p:nvSpPr>
        <p:spPr>
          <a:xfrm>
            <a:off x="6808366" y="1848560"/>
            <a:ext cx="249319" cy="375861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F86817-6DD4-5324-3F80-4311FFB3E46E}"/>
              </a:ext>
            </a:extLst>
          </p:cNvPr>
          <p:cNvSpPr/>
          <p:nvPr/>
        </p:nvSpPr>
        <p:spPr>
          <a:xfrm>
            <a:off x="7057685" y="1848560"/>
            <a:ext cx="249319" cy="3758610"/>
          </a:xfrm>
          <a:prstGeom prst="rect">
            <a:avLst/>
          </a:prstGeom>
          <a:solidFill>
            <a:schemeClr val="accent5">
              <a:lumMod val="75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6A8F10-998A-EBE2-3ADC-A6C171DFF67C}"/>
              </a:ext>
            </a:extLst>
          </p:cNvPr>
          <p:cNvSpPr/>
          <p:nvPr/>
        </p:nvSpPr>
        <p:spPr>
          <a:xfrm>
            <a:off x="8128238" y="2519863"/>
            <a:ext cx="252000" cy="252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D5B808-1631-8332-77F0-FDD628E62946}"/>
              </a:ext>
            </a:extLst>
          </p:cNvPr>
          <p:cNvSpPr txBox="1"/>
          <p:nvPr/>
        </p:nvSpPr>
        <p:spPr>
          <a:xfrm>
            <a:off x="8479640" y="2461197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6C3C43-C9A2-B0B3-C975-7EE5B0EE62FD}"/>
              </a:ext>
            </a:extLst>
          </p:cNvPr>
          <p:cNvSpPr/>
          <p:nvPr/>
        </p:nvSpPr>
        <p:spPr>
          <a:xfrm>
            <a:off x="8121411" y="3150657"/>
            <a:ext cx="252000" cy="252000"/>
          </a:xfrm>
          <a:prstGeom prst="rect">
            <a:avLst/>
          </a:prstGeom>
          <a:solidFill>
            <a:srgbClr val="FFF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7CF6F6-AEDB-120D-9BE8-13686EF03240}"/>
              </a:ext>
            </a:extLst>
          </p:cNvPr>
          <p:cNvSpPr txBox="1"/>
          <p:nvPr/>
        </p:nvSpPr>
        <p:spPr>
          <a:xfrm>
            <a:off x="8479640" y="309199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E39DF9-22DC-C9C7-1802-63E50ABE17FC}"/>
              </a:ext>
            </a:extLst>
          </p:cNvPr>
          <p:cNvSpPr/>
          <p:nvPr/>
        </p:nvSpPr>
        <p:spPr>
          <a:xfrm>
            <a:off x="8121411" y="3810104"/>
            <a:ext cx="252000" cy="252000"/>
          </a:xfrm>
          <a:prstGeom prst="rect">
            <a:avLst/>
          </a:prstGeom>
          <a:solidFill>
            <a:srgbClr val="C8D7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323C53-FD4B-EE1E-DA0B-B23908135F9D}"/>
              </a:ext>
            </a:extLst>
          </p:cNvPr>
          <p:cNvSpPr txBox="1"/>
          <p:nvPr/>
        </p:nvSpPr>
        <p:spPr>
          <a:xfrm>
            <a:off x="8479640" y="3751438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0A9AF9-DC49-4439-0C4B-734B5DD4C352}"/>
              </a:ext>
            </a:extLst>
          </p:cNvPr>
          <p:cNvSpPr/>
          <p:nvPr/>
        </p:nvSpPr>
        <p:spPr>
          <a:xfrm>
            <a:off x="8121411" y="4366361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C78E0-FDAB-23DC-1E27-A0A7586B4469}"/>
              </a:ext>
            </a:extLst>
          </p:cNvPr>
          <p:cNvSpPr txBox="1"/>
          <p:nvPr/>
        </p:nvSpPr>
        <p:spPr>
          <a:xfrm>
            <a:off x="8479640" y="4307695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D236B0-1B64-BD91-1CC8-72927414FDCF}"/>
              </a:ext>
            </a:extLst>
          </p:cNvPr>
          <p:cNvSpPr/>
          <p:nvPr/>
        </p:nvSpPr>
        <p:spPr>
          <a:xfrm>
            <a:off x="8128238" y="5039950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776C26-DBAC-F1FD-D452-7CEE7A1444E6}"/>
              </a:ext>
            </a:extLst>
          </p:cNvPr>
          <p:cNvSpPr txBox="1"/>
          <p:nvPr/>
        </p:nvSpPr>
        <p:spPr>
          <a:xfrm>
            <a:off x="8486467" y="4981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2F39F9-2D3B-FA3C-3624-5FD1F428DA52}"/>
              </a:ext>
            </a:extLst>
          </p:cNvPr>
          <p:cNvSpPr txBox="1"/>
          <p:nvPr/>
        </p:nvSpPr>
        <p:spPr>
          <a:xfrm>
            <a:off x="5775160" y="109534"/>
            <a:ext cx="140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dirty="0">
                <a:solidFill>
                  <a:srgbClr val="FF0000"/>
                </a:solidFill>
              </a:rPr>
              <a:t>P31156_101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830708-FFE9-0B06-6B42-5470F59161BB}"/>
              </a:ext>
            </a:extLst>
          </p:cNvPr>
          <p:cNvSpPr txBox="1"/>
          <p:nvPr/>
        </p:nvSpPr>
        <p:spPr>
          <a:xfrm>
            <a:off x="6933025" y="992036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D96298-0BEF-5B6C-04E5-E34D258CA023}"/>
              </a:ext>
            </a:extLst>
          </p:cNvPr>
          <p:cNvSpPr txBox="1"/>
          <p:nvPr/>
        </p:nvSpPr>
        <p:spPr>
          <a:xfrm>
            <a:off x="775016" y="932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A835D2-1802-BA51-3DA4-088106531B19}"/>
              </a:ext>
            </a:extLst>
          </p:cNvPr>
          <p:cNvSpPr txBox="1"/>
          <p:nvPr/>
        </p:nvSpPr>
        <p:spPr>
          <a:xfrm>
            <a:off x="1974307" y="1237851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0C2F7F-BD25-8DB7-EB6F-C261E219ED56}"/>
              </a:ext>
            </a:extLst>
          </p:cNvPr>
          <p:cNvSpPr txBox="1"/>
          <p:nvPr/>
        </p:nvSpPr>
        <p:spPr>
          <a:xfrm>
            <a:off x="3621267" y="958391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50B28F70-AA8B-C2D2-4AF0-0CD92E949F49}"/>
              </a:ext>
            </a:extLst>
          </p:cNvPr>
          <p:cNvCxnSpPr>
            <a:cxnSpLocks/>
          </p:cNvCxnSpPr>
          <p:nvPr/>
        </p:nvCxnSpPr>
        <p:spPr>
          <a:xfrm rot="5400000">
            <a:off x="7164726" y="1364862"/>
            <a:ext cx="345696" cy="280372"/>
          </a:xfrm>
          <a:prstGeom prst="curved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EDA052-09BA-4481-D495-0E8CEE2F05D6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1485307" y="1301616"/>
            <a:ext cx="328253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F9AB838-5DED-C948-099D-E72C87AD049F}"/>
              </a:ext>
            </a:extLst>
          </p:cNvPr>
          <p:cNvCxnSpPr>
            <a:cxnSpLocks/>
          </p:cNvCxnSpPr>
          <p:nvPr/>
        </p:nvCxnSpPr>
        <p:spPr>
          <a:xfrm>
            <a:off x="3015971" y="1574848"/>
            <a:ext cx="143789" cy="24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ABC9287-C0A4-66F5-4189-FBA35ACB3121}"/>
              </a:ext>
            </a:extLst>
          </p:cNvPr>
          <p:cNvCxnSpPr>
            <a:cxnSpLocks/>
          </p:cNvCxnSpPr>
          <p:nvPr/>
        </p:nvCxnSpPr>
        <p:spPr>
          <a:xfrm>
            <a:off x="4290306" y="1301616"/>
            <a:ext cx="274865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7967329-403A-7336-9C54-3577767A9EB9}"/>
              </a:ext>
            </a:extLst>
          </p:cNvPr>
          <p:cNvCxnSpPr>
            <a:cxnSpLocks/>
          </p:cNvCxnSpPr>
          <p:nvPr/>
        </p:nvCxnSpPr>
        <p:spPr>
          <a:xfrm>
            <a:off x="6055215" y="1327723"/>
            <a:ext cx="137432" cy="50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53F7F9C-BA91-6146-CB87-D3CBBDA5F959}"/>
              </a:ext>
            </a:extLst>
          </p:cNvPr>
          <p:cNvSpPr txBox="1"/>
          <p:nvPr/>
        </p:nvSpPr>
        <p:spPr>
          <a:xfrm>
            <a:off x="5268227" y="99435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2016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775E2E6-538E-CF69-0A13-5121D7B2B6D7}"/>
              </a:ext>
            </a:extLst>
          </p:cNvPr>
          <p:cNvGrpSpPr/>
          <p:nvPr/>
        </p:nvGrpSpPr>
        <p:grpSpPr>
          <a:xfrm>
            <a:off x="980124" y="1701532"/>
            <a:ext cx="6840000" cy="4500000"/>
            <a:chOff x="1052792" y="2008172"/>
            <a:chExt cx="5133909" cy="3432061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D94D9BE-369C-5623-504C-6B96B435A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792" y="2008172"/>
              <a:ext cx="5133909" cy="3432061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E85CD8-FDE4-38E9-93D2-11E03974D1F1}"/>
                </a:ext>
              </a:extLst>
            </p:cNvPr>
            <p:cNvSpPr/>
            <p:nvPr/>
          </p:nvSpPr>
          <p:spPr>
            <a:xfrm>
              <a:off x="1439957" y="2120307"/>
              <a:ext cx="919467" cy="3072938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7D7167-A0C5-F64E-98AB-7A705B238F0C}"/>
                </a:ext>
              </a:extLst>
            </p:cNvPr>
            <p:cNvSpPr/>
            <p:nvPr/>
          </p:nvSpPr>
          <p:spPr>
            <a:xfrm>
              <a:off x="2364871" y="2120307"/>
              <a:ext cx="1072096" cy="3072938"/>
            </a:xfrm>
            <a:prstGeom prst="rect">
              <a:avLst/>
            </a:prstGeom>
            <a:solidFill>
              <a:schemeClr val="accent6">
                <a:lumMod val="75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670BB-6F87-E937-70BE-809C6F3CFB65}"/>
              </a:ext>
            </a:extLst>
          </p:cNvPr>
          <p:cNvSpPr/>
          <p:nvPr/>
        </p:nvSpPr>
        <p:spPr>
          <a:xfrm>
            <a:off x="4158738" y="1848560"/>
            <a:ext cx="1444625" cy="4029130"/>
          </a:xfrm>
          <a:prstGeom prst="rect">
            <a:avLst/>
          </a:prstGeom>
          <a:solidFill>
            <a:srgbClr val="7030A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9C9A51-B058-022A-9CBA-EF93D5BBED84}"/>
              </a:ext>
            </a:extLst>
          </p:cNvPr>
          <p:cNvSpPr/>
          <p:nvPr/>
        </p:nvSpPr>
        <p:spPr>
          <a:xfrm>
            <a:off x="5605498" y="1848560"/>
            <a:ext cx="1205058" cy="402913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9D3548-E185-A856-5699-2ED648DFDC4B}"/>
              </a:ext>
            </a:extLst>
          </p:cNvPr>
          <p:cNvSpPr/>
          <p:nvPr/>
        </p:nvSpPr>
        <p:spPr>
          <a:xfrm>
            <a:off x="6808366" y="1848560"/>
            <a:ext cx="249319" cy="375861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F86817-6DD4-5324-3F80-4311FFB3E46E}"/>
              </a:ext>
            </a:extLst>
          </p:cNvPr>
          <p:cNvSpPr/>
          <p:nvPr/>
        </p:nvSpPr>
        <p:spPr>
          <a:xfrm>
            <a:off x="7057685" y="1848560"/>
            <a:ext cx="249319" cy="3758610"/>
          </a:xfrm>
          <a:prstGeom prst="rect">
            <a:avLst/>
          </a:prstGeom>
          <a:solidFill>
            <a:schemeClr val="accent5">
              <a:lumMod val="75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6A8F10-998A-EBE2-3ADC-A6C171DFF67C}"/>
              </a:ext>
            </a:extLst>
          </p:cNvPr>
          <p:cNvSpPr/>
          <p:nvPr/>
        </p:nvSpPr>
        <p:spPr>
          <a:xfrm>
            <a:off x="8128238" y="2519863"/>
            <a:ext cx="252000" cy="252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D5B808-1631-8332-77F0-FDD628E62946}"/>
              </a:ext>
            </a:extLst>
          </p:cNvPr>
          <p:cNvSpPr txBox="1"/>
          <p:nvPr/>
        </p:nvSpPr>
        <p:spPr>
          <a:xfrm>
            <a:off x="8479640" y="2461197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6C3C43-C9A2-B0B3-C975-7EE5B0EE62FD}"/>
              </a:ext>
            </a:extLst>
          </p:cNvPr>
          <p:cNvSpPr/>
          <p:nvPr/>
        </p:nvSpPr>
        <p:spPr>
          <a:xfrm>
            <a:off x="8121411" y="3150657"/>
            <a:ext cx="252000" cy="252000"/>
          </a:xfrm>
          <a:prstGeom prst="rect">
            <a:avLst/>
          </a:prstGeom>
          <a:solidFill>
            <a:srgbClr val="FFF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7CF6F6-AEDB-120D-9BE8-13686EF03240}"/>
              </a:ext>
            </a:extLst>
          </p:cNvPr>
          <p:cNvSpPr txBox="1"/>
          <p:nvPr/>
        </p:nvSpPr>
        <p:spPr>
          <a:xfrm>
            <a:off x="8479640" y="309199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E39DF9-22DC-C9C7-1802-63E50ABE17FC}"/>
              </a:ext>
            </a:extLst>
          </p:cNvPr>
          <p:cNvSpPr/>
          <p:nvPr/>
        </p:nvSpPr>
        <p:spPr>
          <a:xfrm>
            <a:off x="8121411" y="3810104"/>
            <a:ext cx="252000" cy="252000"/>
          </a:xfrm>
          <a:prstGeom prst="rect">
            <a:avLst/>
          </a:prstGeom>
          <a:solidFill>
            <a:srgbClr val="C8D7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323C53-FD4B-EE1E-DA0B-B23908135F9D}"/>
              </a:ext>
            </a:extLst>
          </p:cNvPr>
          <p:cNvSpPr txBox="1"/>
          <p:nvPr/>
        </p:nvSpPr>
        <p:spPr>
          <a:xfrm>
            <a:off x="8479640" y="3751438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0A9AF9-DC49-4439-0C4B-734B5DD4C352}"/>
              </a:ext>
            </a:extLst>
          </p:cNvPr>
          <p:cNvSpPr/>
          <p:nvPr/>
        </p:nvSpPr>
        <p:spPr>
          <a:xfrm>
            <a:off x="8121411" y="4366361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C78E0-FDAB-23DC-1E27-A0A7586B4469}"/>
              </a:ext>
            </a:extLst>
          </p:cNvPr>
          <p:cNvSpPr txBox="1"/>
          <p:nvPr/>
        </p:nvSpPr>
        <p:spPr>
          <a:xfrm>
            <a:off x="8479640" y="4307695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D236B0-1B64-BD91-1CC8-72927414FDCF}"/>
              </a:ext>
            </a:extLst>
          </p:cNvPr>
          <p:cNvSpPr/>
          <p:nvPr/>
        </p:nvSpPr>
        <p:spPr>
          <a:xfrm>
            <a:off x="8128238" y="5039950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776C26-DBAC-F1FD-D452-7CEE7A1444E6}"/>
              </a:ext>
            </a:extLst>
          </p:cNvPr>
          <p:cNvSpPr txBox="1"/>
          <p:nvPr/>
        </p:nvSpPr>
        <p:spPr>
          <a:xfrm>
            <a:off x="8486467" y="4981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C7DEA-C627-39E4-6D87-FDD3AEF3E123}"/>
              </a:ext>
            </a:extLst>
          </p:cNvPr>
          <p:cNvSpPr txBox="1"/>
          <p:nvPr/>
        </p:nvSpPr>
        <p:spPr>
          <a:xfrm>
            <a:off x="3621267" y="101519"/>
            <a:ext cx="217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2024_07_26_plate_2</a:t>
            </a:r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14096-036D-84B1-4B91-78880A649030}"/>
              </a:ext>
            </a:extLst>
          </p:cNvPr>
          <p:cNvSpPr txBox="1"/>
          <p:nvPr/>
        </p:nvSpPr>
        <p:spPr>
          <a:xfrm>
            <a:off x="5775160" y="109534"/>
            <a:ext cx="140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dirty="0">
                <a:solidFill>
                  <a:srgbClr val="FF0000"/>
                </a:solidFill>
              </a:rPr>
              <a:t>P31156_103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A5171-FA30-980F-6E5E-FC44B6C6A520}"/>
              </a:ext>
            </a:extLst>
          </p:cNvPr>
          <p:cNvSpPr txBox="1"/>
          <p:nvPr/>
        </p:nvSpPr>
        <p:spPr>
          <a:xfrm>
            <a:off x="6933025" y="992036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E6E15-5E86-AE36-FF81-E338BB8B672E}"/>
              </a:ext>
            </a:extLst>
          </p:cNvPr>
          <p:cNvSpPr txBox="1"/>
          <p:nvPr/>
        </p:nvSpPr>
        <p:spPr>
          <a:xfrm>
            <a:off x="775016" y="932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98D02-6071-A8FE-C9A6-6C2B1FFDD179}"/>
              </a:ext>
            </a:extLst>
          </p:cNvPr>
          <p:cNvSpPr txBox="1"/>
          <p:nvPr/>
        </p:nvSpPr>
        <p:spPr>
          <a:xfrm>
            <a:off x="1974307" y="1237851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399CB-C797-4B73-C3C0-85FDC6756B29}"/>
              </a:ext>
            </a:extLst>
          </p:cNvPr>
          <p:cNvSpPr txBox="1"/>
          <p:nvPr/>
        </p:nvSpPr>
        <p:spPr>
          <a:xfrm>
            <a:off x="3621267" y="958391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BBF4AAD5-F845-EB4A-847F-EBEA48EBA3B8}"/>
              </a:ext>
            </a:extLst>
          </p:cNvPr>
          <p:cNvCxnSpPr>
            <a:cxnSpLocks/>
          </p:cNvCxnSpPr>
          <p:nvPr/>
        </p:nvCxnSpPr>
        <p:spPr>
          <a:xfrm rot="5400000">
            <a:off x="7164726" y="1364862"/>
            <a:ext cx="345696" cy="280372"/>
          </a:xfrm>
          <a:prstGeom prst="curved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72AC1C-719A-395D-6945-7C601B304FEE}"/>
              </a:ext>
            </a:extLst>
          </p:cNvPr>
          <p:cNvCxnSpPr>
            <a:cxnSpLocks/>
          </p:cNvCxnSpPr>
          <p:nvPr/>
        </p:nvCxnSpPr>
        <p:spPr>
          <a:xfrm>
            <a:off x="3015971" y="1574848"/>
            <a:ext cx="143789" cy="24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893444-D9E7-BA97-54ED-03208EC04B3E}"/>
              </a:ext>
            </a:extLst>
          </p:cNvPr>
          <p:cNvCxnSpPr>
            <a:cxnSpLocks/>
          </p:cNvCxnSpPr>
          <p:nvPr/>
        </p:nvCxnSpPr>
        <p:spPr>
          <a:xfrm>
            <a:off x="4290306" y="1301616"/>
            <a:ext cx="274865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981637-590B-5658-F29A-DBB85BFEA99F}"/>
              </a:ext>
            </a:extLst>
          </p:cNvPr>
          <p:cNvCxnSpPr>
            <a:cxnSpLocks/>
          </p:cNvCxnSpPr>
          <p:nvPr/>
        </p:nvCxnSpPr>
        <p:spPr>
          <a:xfrm>
            <a:off x="6055215" y="1327723"/>
            <a:ext cx="137432" cy="50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1A584E-7ED7-7ABD-F977-106B186F0A42}"/>
              </a:ext>
            </a:extLst>
          </p:cNvPr>
          <p:cNvSpPr txBox="1"/>
          <p:nvPr/>
        </p:nvSpPr>
        <p:spPr>
          <a:xfrm>
            <a:off x="5268227" y="99435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0EB98A-A831-A644-D118-D947CEDCC2BE}"/>
              </a:ext>
            </a:extLst>
          </p:cNvPr>
          <p:cNvCxnSpPr>
            <a:cxnSpLocks/>
          </p:cNvCxnSpPr>
          <p:nvPr/>
        </p:nvCxnSpPr>
        <p:spPr>
          <a:xfrm>
            <a:off x="1485307" y="1301616"/>
            <a:ext cx="328253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5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775E2E6-538E-CF69-0A13-5121D7B2B6D7}"/>
              </a:ext>
            </a:extLst>
          </p:cNvPr>
          <p:cNvGrpSpPr/>
          <p:nvPr/>
        </p:nvGrpSpPr>
        <p:grpSpPr>
          <a:xfrm>
            <a:off x="980124" y="1701532"/>
            <a:ext cx="6840000" cy="4500000"/>
            <a:chOff x="1052792" y="2008172"/>
            <a:chExt cx="5133909" cy="3432061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D94D9BE-369C-5623-504C-6B96B435A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792" y="2008172"/>
              <a:ext cx="5133909" cy="3432061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E85CD8-FDE4-38E9-93D2-11E03974D1F1}"/>
                </a:ext>
              </a:extLst>
            </p:cNvPr>
            <p:cNvSpPr/>
            <p:nvPr/>
          </p:nvSpPr>
          <p:spPr>
            <a:xfrm>
              <a:off x="1439957" y="2120307"/>
              <a:ext cx="919467" cy="3072938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7D7167-A0C5-F64E-98AB-7A705B238F0C}"/>
                </a:ext>
              </a:extLst>
            </p:cNvPr>
            <p:cNvSpPr/>
            <p:nvPr/>
          </p:nvSpPr>
          <p:spPr>
            <a:xfrm>
              <a:off x="2364871" y="2120307"/>
              <a:ext cx="1072096" cy="3072938"/>
            </a:xfrm>
            <a:prstGeom prst="rect">
              <a:avLst/>
            </a:prstGeom>
            <a:solidFill>
              <a:schemeClr val="accent6">
                <a:lumMod val="75000"/>
                <a:alpha val="3286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670BB-6F87-E937-70BE-809C6F3CFB65}"/>
              </a:ext>
            </a:extLst>
          </p:cNvPr>
          <p:cNvSpPr/>
          <p:nvPr/>
        </p:nvSpPr>
        <p:spPr>
          <a:xfrm>
            <a:off x="4158738" y="1848560"/>
            <a:ext cx="1444625" cy="4029130"/>
          </a:xfrm>
          <a:prstGeom prst="rect">
            <a:avLst/>
          </a:prstGeom>
          <a:solidFill>
            <a:srgbClr val="7030A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9C9A51-B058-022A-9CBA-EF93D5BBED84}"/>
              </a:ext>
            </a:extLst>
          </p:cNvPr>
          <p:cNvSpPr/>
          <p:nvPr/>
        </p:nvSpPr>
        <p:spPr>
          <a:xfrm>
            <a:off x="5605498" y="1848560"/>
            <a:ext cx="1205058" cy="402913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9D3548-E185-A856-5699-2ED648DFDC4B}"/>
              </a:ext>
            </a:extLst>
          </p:cNvPr>
          <p:cNvSpPr/>
          <p:nvPr/>
        </p:nvSpPr>
        <p:spPr>
          <a:xfrm>
            <a:off x="6808366" y="1848560"/>
            <a:ext cx="486514" cy="3758610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6A8F10-998A-EBE2-3ADC-A6C171DFF67C}"/>
              </a:ext>
            </a:extLst>
          </p:cNvPr>
          <p:cNvSpPr/>
          <p:nvPr/>
        </p:nvSpPr>
        <p:spPr>
          <a:xfrm>
            <a:off x="8128238" y="2519863"/>
            <a:ext cx="252000" cy="252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D5B808-1631-8332-77F0-FDD628E62946}"/>
              </a:ext>
            </a:extLst>
          </p:cNvPr>
          <p:cNvSpPr txBox="1"/>
          <p:nvPr/>
        </p:nvSpPr>
        <p:spPr>
          <a:xfrm>
            <a:off x="8479640" y="2461197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6C3C43-C9A2-B0B3-C975-7EE5B0EE62FD}"/>
              </a:ext>
            </a:extLst>
          </p:cNvPr>
          <p:cNvSpPr/>
          <p:nvPr/>
        </p:nvSpPr>
        <p:spPr>
          <a:xfrm>
            <a:off x="8121411" y="3150657"/>
            <a:ext cx="252000" cy="252000"/>
          </a:xfrm>
          <a:prstGeom prst="rect">
            <a:avLst/>
          </a:prstGeom>
          <a:solidFill>
            <a:srgbClr val="FFF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7CF6F6-AEDB-120D-9BE8-13686EF03240}"/>
              </a:ext>
            </a:extLst>
          </p:cNvPr>
          <p:cNvSpPr txBox="1"/>
          <p:nvPr/>
        </p:nvSpPr>
        <p:spPr>
          <a:xfrm>
            <a:off x="8479640" y="309199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E39DF9-22DC-C9C7-1802-63E50ABE17FC}"/>
              </a:ext>
            </a:extLst>
          </p:cNvPr>
          <p:cNvSpPr/>
          <p:nvPr/>
        </p:nvSpPr>
        <p:spPr>
          <a:xfrm>
            <a:off x="8121411" y="3810104"/>
            <a:ext cx="252000" cy="252000"/>
          </a:xfrm>
          <a:prstGeom prst="rect">
            <a:avLst/>
          </a:prstGeom>
          <a:solidFill>
            <a:srgbClr val="C8D7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323C53-FD4B-EE1E-DA0B-B23908135F9D}"/>
              </a:ext>
            </a:extLst>
          </p:cNvPr>
          <p:cNvSpPr txBox="1"/>
          <p:nvPr/>
        </p:nvSpPr>
        <p:spPr>
          <a:xfrm>
            <a:off x="8479640" y="3751438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0A9AF9-DC49-4439-0C4B-734B5DD4C352}"/>
              </a:ext>
            </a:extLst>
          </p:cNvPr>
          <p:cNvSpPr/>
          <p:nvPr/>
        </p:nvSpPr>
        <p:spPr>
          <a:xfrm>
            <a:off x="8121411" y="4366361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C78E0-FDAB-23DC-1E27-A0A7586B4469}"/>
              </a:ext>
            </a:extLst>
          </p:cNvPr>
          <p:cNvSpPr txBox="1"/>
          <p:nvPr/>
        </p:nvSpPr>
        <p:spPr>
          <a:xfrm>
            <a:off x="8479640" y="4307695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D236B0-1B64-BD91-1CC8-72927414FDCF}"/>
              </a:ext>
            </a:extLst>
          </p:cNvPr>
          <p:cNvSpPr/>
          <p:nvPr/>
        </p:nvSpPr>
        <p:spPr>
          <a:xfrm>
            <a:off x="8128238" y="5039950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776C26-DBAC-F1FD-D452-7CEE7A1444E6}"/>
              </a:ext>
            </a:extLst>
          </p:cNvPr>
          <p:cNvSpPr txBox="1"/>
          <p:nvPr/>
        </p:nvSpPr>
        <p:spPr>
          <a:xfrm>
            <a:off x="8486467" y="4981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0BE8D-5A8A-CEB2-A1C7-C23E86C34B3F}"/>
              </a:ext>
            </a:extLst>
          </p:cNvPr>
          <p:cNvSpPr txBox="1"/>
          <p:nvPr/>
        </p:nvSpPr>
        <p:spPr>
          <a:xfrm>
            <a:off x="3621267" y="101519"/>
            <a:ext cx="217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2024_07_26_plate_3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AB0B5-6864-BC9D-6E5C-136A57D003A6}"/>
              </a:ext>
            </a:extLst>
          </p:cNvPr>
          <p:cNvSpPr txBox="1"/>
          <p:nvPr/>
        </p:nvSpPr>
        <p:spPr>
          <a:xfrm>
            <a:off x="5775160" y="109534"/>
            <a:ext cx="140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dirty="0">
                <a:solidFill>
                  <a:srgbClr val="FF0000"/>
                </a:solidFill>
              </a:rPr>
              <a:t>P31156_105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03908-7CCF-29FF-C964-EB7269EF4B71}"/>
              </a:ext>
            </a:extLst>
          </p:cNvPr>
          <p:cNvSpPr txBox="1"/>
          <p:nvPr/>
        </p:nvSpPr>
        <p:spPr>
          <a:xfrm>
            <a:off x="6933025" y="992036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A62FB-249E-A4F7-A15C-70756B0A17E9}"/>
              </a:ext>
            </a:extLst>
          </p:cNvPr>
          <p:cNvSpPr txBox="1"/>
          <p:nvPr/>
        </p:nvSpPr>
        <p:spPr>
          <a:xfrm>
            <a:off x="775016" y="932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6916B-36BE-EC43-D903-701C91251CC7}"/>
              </a:ext>
            </a:extLst>
          </p:cNvPr>
          <p:cNvSpPr txBox="1"/>
          <p:nvPr/>
        </p:nvSpPr>
        <p:spPr>
          <a:xfrm>
            <a:off x="1974307" y="1237851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97430-26BC-F64E-B91D-DBE7C32899AC}"/>
              </a:ext>
            </a:extLst>
          </p:cNvPr>
          <p:cNvSpPr txBox="1"/>
          <p:nvPr/>
        </p:nvSpPr>
        <p:spPr>
          <a:xfrm>
            <a:off x="3621267" y="958391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103B13A8-3A1B-ADE1-8514-186A9B9BC503}"/>
              </a:ext>
            </a:extLst>
          </p:cNvPr>
          <p:cNvCxnSpPr>
            <a:cxnSpLocks/>
          </p:cNvCxnSpPr>
          <p:nvPr/>
        </p:nvCxnSpPr>
        <p:spPr>
          <a:xfrm rot="5400000">
            <a:off x="7164726" y="1364862"/>
            <a:ext cx="345696" cy="280372"/>
          </a:xfrm>
          <a:prstGeom prst="curved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8D7D14-A584-8271-76D0-E6BD1890A243}"/>
              </a:ext>
            </a:extLst>
          </p:cNvPr>
          <p:cNvCxnSpPr>
            <a:cxnSpLocks/>
          </p:cNvCxnSpPr>
          <p:nvPr/>
        </p:nvCxnSpPr>
        <p:spPr>
          <a:xfrm>
            <a:off x="3015971" y="1574848"/>
            <a:ext cx="143789" cy="24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3B87A3-6B25-A8A8-B77A-D6DBDF8256B3}"/>
              </a:ext>
            </a:extLst>
          </p:cNvPr>
          <p:cNvCxnSpPr>
            <a:cxnSpLocks/>
          </p:cNvCxnSpPr>
          <p:nvPr/>
        </p:nvCxnSpPr>
        <p:spPr>
          <a:xfrm>
            <a:off x="4290306" y="1301616"/>
            <a:ext cx="274865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13C46E-6448-9135-2D05-EF21F3251109}"/>
              </a:ext>
            </a:extLst>
          </p:cNvPr>
          <p:cNvCxnSpPr>
            <a:cxnSpLocks/>
          </p:cNvCxnSpPr>
          <p:nvPr/>
        </p:nvCxnSpPr>
        <p:spPr>
          <a:xfrm>
            <a:off x="6055215" y="1327723"/>
            <a:ext cx="137432" cy="50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9F4E65-1605-FCE6-C229-786A13277E9B}"/>
              </a:ext>
            </a:extLst>
          </p:cNvPr>
          <p:cNvSpPr txBox="1"/>
          <p:nvPr/>
        </p:nvSpPr>
        <p:spPr>
          <a:xfrm>
            <a:off x="5268227" y="99435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9BD421-632C-AA24-911F-DCFA3D3A3DBC}"/>
              </a:ext>
            </a:extLst>
          </p:cNvPr>
          <p:cNvCxnSpPr>
            <a:cxnSpLocks/>
          </p:cNvCxnSpPr>
          <p:nvPr/>
        </p:nvCxnSpPr>
        <p:spPr>
          <a:xfrm>
            <a:off x="1485307" y="1301616"/>
            <a:ext cx="328253" cy="51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44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C024864-62D1-8CB7-9204-96E9CCB547FC}"/>
              </a:ext>
            </a:extLst>
          </p:cNvPr>
          <p:cNvGrpSpPr/>
          <p:nvPr/>
        </p:nvGrpSpPr>
        <p:grpSpPr>
          <a:xfrm>
            <a:off x="1052791" y="2008171"/>
            <a:ext cx="6840000" cy="4500000"/>
            <a:chOff x="1052792" y="2008172"/>
            <a:chExt cx="5133909" cy="343206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180824A-D79F-F919-F476-E1FEE1B0D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792" y="2008172"/>
              <a:ext cx="5133909" cy="343206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9647E4-2992-5B72-59A3-B0D0A42A84C9}"/>
                </a:ext>
              </a:extLst>
            </p:cNvPr>
            <p:cNvSpPr/>
            <p:nvPr/>
          </p:nvSpPr>
          <p:spPr>
            <a:xfrm>
              <a:off x="1448446" y="2461599"/>
              <a:ext cx="364607" cy="2528675"/>
            </a:xfrm>
            <a:prstGeom prst="rect">
              <a:avLst/>
            </a:prstGeom>
            <a:solidFill>
              <a:srgbClr val="7030A0">
                <a:alpha val="3286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8C38E85-38BD-E0EC-345F-30CFC02586E9}"/>
              </a:ext>
            </a:extLst>
          </p:cNvPr>
          <p:cNvSpPr txBox="1"/>
          <p:nvPr/>
        </p:nvSpPr>
        <p:spPr>
          <a:xfrm>
            <a:off x="1263771" y="1484926"/>
            <a:ext cx="2976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2024_07_26_validation_plate</a:t>
            </a:r>
            <a:endParaRPr lang="en-S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F5863-B76B-90A1-5151-F878BD0EE1AD}"/>
              </a:ext>
            </a:extLst>
          </p:cNvPr>
          <p:cNvSpPr/>
          <p:nvPr/>
        </p:nvSpPr>
        <p:spPr>
          <a:xfrm>
            <a:off x="8165288" y="2292023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4AC84-0774-9B81-335E-D937F87DD5C1}"/>
              </a:ext>
            </a:extLst>
          </p:cNvPr>
          <p:cNvSpPr txBox="1"/>
          <p:nvPr/>
        </p:nvSpPr>
        <p:spPr>
          <a:xfrm>
            <a:off x="8523517" y="2233357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 cell</a:t>
            </a:r>
            <a:endParaRPr lang="en-S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D486AD-63A2-13D0-FACB-41CDFCCD4588}"/>
              </a:ext>
            </a:extLst>
          </p:cNvPr>
          <p:cNvSpPr/>
          <p:nvPr/>
        </p:nvSpPr>
        <p:spPr>
          <a:xfrm>
            <a:off x="8165288" y="3037875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F8DF-7D7E-248A-EFAE-5680C160E1C9}"/>
              </a:ext>
            </a:extLst>
          </p:cNvPr>
          <p:cNvSpPr txBox="1"/>
          <p:nvPr/>
        </p:nvSpPr>
        <p:spPr>
          <a:xfrm>
            <a:off x="8523517" y="297920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 cells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1A57D0-8D9B-73FE-9F26-91CA094E0088}"/>
              </a:ext>
            </a:extLst>
          </p:cNvPr>
          <p:cNvSpPr txBox="1"/>
          <p:nvPr/>
        </p:nvSpPr>
        <p:spPr>
          <a:xfrm>
            <a:off x="4884082" y="1484926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solidFill>
                  <a:schemeClr val="accent2">
                    <a:lumMod val="75000"/>
                  </a:schemeClr>
                </a:solidFill>
              </a:rPr>
              <a:t>P31156_102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682A33-452A-1C1E-01E7-FAFB1070358C}"/>
              </a:ext>
            </a:extLst>
          </p:cNvPr>
          <p:cNvSpPr/>
          <p:nvPr/>
        </p:nvSpPr>
        <p:spPr>
          <a:xfrm>
            <a:off x="1579928" y="2352040"/>
            <a:ext cx="485773" cy="250649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3096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783C214-E78E-DE04-9769-509E5476D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084" y="1735699"/>
            <a:ext cx="5718112" cy="38226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79960B-AD43-79AB-2D91-320D8F0443FB}"/>
              </a:ext>
            </a:extLst>
          </p:cNvPr>
          <p:cNvSpPr/>
          <p:nvPr/>
        </p:nvSpPr>
        <p:spPr>
          <a:xfrm>
            <a:off x="2332424" y="1800507"/>
            <a:ext cx="1200026" cy="3546613"/>
          </a:xfrm>
          <a:prstGeom prst="rect">
            <a:avLst/>
          </a:prstGeom>
          <a:solidFill>
            <a:schemeClr val="accent4">
              <a:lumMod val="60000"/>
              <a:lumOff val="40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E72B4-F904-7344-02FF-97F7765F655F}"/>
              </a:ext>
            </a:extLst>
          </p:cNvPr>
          <p:cNvSpPr/>
          <p:nvPr/>
        </p:nvSpPr>
        <p:spPr>
          <a:xfrm>
            <a:off x="1501797" y="1800507"/>
            <a:ext cx="817509" cy="3546613"/>
          </a:xfrm>
          <a:prstGeom prst="rect">
            <a:avLst/>
          </a:prstGeom>
          <a:solidFill>
            <a:schemeClr val="accent5">
              <a:lumMod val="75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A50CC3-6A32-E1A9-ABD3-04EEEA69CDF4}"/>
              </a:ext>
            </a:extLst>
          </p:cNvPr>
          <p:cNvSpPr/>
          <p:nvPr/>
        </p:nvSpPr>
        <p:spPr>
          <a:xfrm>
            <a:off x="3545568" y="1800504"/>
            <a:ext cx="790263" cy="3546613"/>
          </a:xfrm>
          <a:prstGeom prst="rect">
            <a:avLst/>
          </a:prstGeom>
          <a:solidFill>
            <a:schemeClr val="accent6">
              <a:lumMod val="60000"/>
              <a:lumOff val="40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3E0A59-A4F2-313B-EC13-826C5DC7F381}"/>
              </a:ext>
            </a:extLst>
          </p:cNvPr>
          <p:cNvSpPr/>
          <p:nvPr/>
        </p:nvSpPr>
        <p:spPr>
          <a:xfrm>
            <a:off x="4348949" y="1800504"/>
            <a:ext cx="791272" cy="3546613"/>
          </a:xfrm>
          <a:prstGeom prst="rect">
            <a:avLst/>
          </a:prstGeom>
          <a:solidFill>
            <a:srgbClr val="7030A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E2DF4D-49AD-4BEF-00B9-09B9A6ABE8E3}"/>
              </a:ext>
            </a:extLst>
          </p:cNvPr>
          <p:cNvSpPr/>
          <p:nvPr/>
        </p:nvSpPr>
        <p:spPr>
          <a:xfrm>
            <a:off x="5153340" y="1800505"/>
            <a:ext cx="1253511" cy="3546613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3A646B-D9D2-968B-6040-6CCD987207E3}"/>
              </a:ext>
            </a:extLst>
          </p:cNvPr>
          <p:cNvSpPr/>
          <p:nvPr/>
        </p:nvSpPr>
        <p:spPr>
          <a:xfrm>
            <a:off x="7157766" y="2131674"/>
            <a:ext cx="252000" cy="252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93869-2C17-373C-EAE8-1B02C98C39E2}"/>
              </a:ext>
            </a:extLst>
          </p:cNvPr>
          <p:cNvSpPr txBox="1"/>
          <p:nvPr/>
        </p:nvSpPr>
        <p:spPr>
          <a:xfrm>
            <a:off x="7509168" y="2073008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CF2557-FC20-E22D-5EEE-2A45C82D4066}"/>
              </a:ext>
            </a:extLst>
          </p:cNvPr>
          <p:cNvSpPr/>
          <p:nvPr/>
        </p:nvSpPr>
        <p:spPr>
          <a:xfrm>
            <a:off x="7150939" y="2762468"/>
            <a:ext cx="252000" cy="252000"/>
          </a:xfrm>
          <a:prstGeom prst="rect">
            <a:avLst/>
          </a:prstGeom>
          <a:solidFill>
            <a:srgbClr val="FFF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1122D-FED7-651F-5D9A-D2AF4A96EE48}"/>
              </a:ext>
            </a:extLst>
          </p:cNvPr>
          <p:cNvSpPr txBox="1"/>
          <p:nvPr/>
        </p:nvSpPr>
        <p:spPr>
          <a:xfrm>
            <a:off x="7509168" y="270380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41CB4-F75A-245B-2014-CA494F710D04}"/>
              </a:ext>
            </a:extLst>
          </p:cNvPr>
          <p:cNvSpPr/>
          <p:nvPr/>
        </p:nvSpPr>
        <p:spPr>
          <a:xfrm>
            <a:off x="7150939" y="3421915"/>
            <a:ext cx="252000" cy="252000"/>
          </a:xfrm>
          <a:prstGeom prst="rect">
            <a:avLst/>
          </a:prstGeom>
          <a:solidFill>
            <a:srgbClr val="C8D7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518F1-2A42-9DDC-3ACB-8433498EEE70}"/>
              </a:ext>
            </a:extLst>
          </p:cNvPr>
          <p:cNvSpPr txBox="1"/>
          <p:nvPr/>
        </p:nvSpPr>
        <p:spPr>
          <a:xfrm>
            <a:off x="7509168" y="3363249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FF3488-F55F-1321-48B6-6D73D8BD2DA8}"/>
              </a:ext>
            </a:extLst>
          </p:cNvPr>
          <p:cNvSpPr/>
          <p:nvPr/>
        </p:nvSpPr>
        <p:spPr>
          <a:xfrm>
            <a:off x="7150939" y="3978172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5EEF1-BB81-6090-6224-3ED08E7BC62F}"/>
              </a:ext>
            </a:extLst>
          </p:cNvPr>
          <p:cNvSpPr txBox="1"/>
          <p:nvPr/>
        </p:nvSpPr>
        <p:spPr>
          <a:xfrm>
            <a:off x="7509168" y="3919506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7695EE-BD05-04E4-18A4-66BAA10028D2}"/>
              </a:ext>
            </a:extLst>
          </p:cNvPr>
          <p:cNvSpPr/>
          <p:nvPr/>
        </p:nvSpPr>
        <p:spPr>
          <a:xfrm>
            <a:off x="7157766" y="4651761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699C0C-BDB2-C4AB-D4B4-6BDAB3AA7C8D}"/>
              </a:ext>
            </a:extLst>
          </p:cNvPr>
          <p:cNvSpPr txBox="1"/>
          <p:nvPr/>
        </p:nvSpPr>
        <p:spPr>
          <a:xfrm>
            <a:off x="7515995" y="459309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EC90C-F0E1-C462-35AE-CBA2C5778AA9}"/>
              </a:ext>
            </a:extLst>
          </p:cNvPr>
          <p:cNvSpPr txBox="1"/>
          <p:nvPr/>
        </p:nvSpPr>
        <p:spPr>
          <a:xfrm>
            <a:off x="216075" y="1214104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1E69E5-CABA-38D6-56AA-B38C4210B0BB}"/>
              </a:ext>
            </a:extLst>
          </p:cNvPr>
          <p:cNvSpPr txBox="1"/>
          <p:nvPr/>
        </p:nvSpPr>
        <p:spPr>
          <a:xfrm>
            <a:off x="2124986" y="96882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AB8C5A-80D6-5D50-F947-F61C034E91BB}"/>
              </a:ext>
            </a:extLst>
          </p:cNvPr>
          <p:cNvSpPr txBox="1"/>
          <p:nvPr/>
        </p:nvSpPr>
        <p:spPr>
          <a:xfrm>
            <a:off x="3070108" y="1246439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A53B42-CD23-6D3F-A95D-1BE3FC9040F3}"/>
              </a:ext>
            </a:extLst>
          </p:cNvPr>
          <p:cNvSpPr txBox="1"/>
          <p:nvPr/>
        </p:nvSpPr>
        <p:spPr>
          <a:xfrm>
            <a:off x="4252249" y="865635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7D817-53AD-4171-2FE9-DF710F34399F}"/>
              </a:ext>
            </a:extLst>
          </p:cNvPr>
          <p:cNvSpPr txBox="1"/>
          <p:nvPr/>
        </p:nvSpPr>
        <p:spPr>
          <a:xfrm>
            <a:off x="5865191" y="121410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95F14FC7-5A1D-CD80-A773-A2251B8D2288}"/>
              </a:ext>
            </a:extLst>
          </p:cNvPr>
          <p:cNvCxnSpPr>
            <a:cxnSpLocks/>
          </p:cNvCxnSpPr>
          <p:nvPr/>
        </p:nvCxnSpPr>
        <p:spPr>
          <a:xfrm>
            <a:off x="1429128" y="1524515"/>
            <a:ext cx="478330" cy="199712"/>
          </a:xfrm>
          <a:prstGeom prst="curvedConnector3">
            <a:avLst>
              <a:gd name="adj1" fmla="val 9937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0BC281-E024-C09B-7F66-30E31CE3CA4F}"/>
              </a:ext>
            </a:extLst>
          </p:cNvPr>
          <p:cNvCxnSpPr>
            <a:stCxn id="23" idx="2"/>
          </p:cNvCxnSpPr>
          <p:nvPr/>
        </p:nvCxnSpPr>
        <p:spPr>
          <a:xfrm>
            <a:off x="2835277" y="1338160"/>
            <a:ext cx="0" cy="397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F202C0-FDBE-018F-0C9A-6B56910D0383}"/>
              </a:ext>
            </a:extLst>
          </p:cNvPr>
          <p:cNvCxnSpPr>
            <a:cxnSpLocks/>
          </p:cNvCxnSpPr>
          <p:nvPr/>
        </p:nvCxnSpPr>
        <p:spPr>
          <a:xfrm>
            <a:off x="4111772" y="1583436"/>
            <a:ext cx="0" cy="10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0B59A6-3EA1-0044-9855-703BF018D94A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4973924" y="1234967"/>
            <a:ext cx="84796" cy="48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AB8AC6A9-5898-9830-925E-ACFB6DFE3ED5}"/>
              </a:ext>
            </a:extLst>
          </p:cNvPr>
          <p:cNvCxnSpPr/>
          <p:nvPr/>
        </p:nvCxnSpPr>
        <p:spPr>
          <a:xfrm rot="10800000" flipV="1">
            <a:off x="5637791" y="1524515"/>
            <a:ext cx="357282" cy="199712"/>
          </a:xfrm>
          <a:prstGeom prst="curvedConnector3">
            <a:avLst>
              <a:gd name="adj1" fmla="val 1008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45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783C214-E78E-DE04-9769-509E5476D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084" y="1735699"/>
            <a:ext cx="5718112" cy="38226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79960B-AD43-79AB-2D91-320D8F0443FB}"/>
              </a:ext>
            </a:extLst>
          </p:cNvPr>
          <p:cNvSpPr/>
          <p:nvPr/>
        </p:nvSpPr>
        <p:spPr>
          <a:xfrm>
            <a:off x="2332424" y="1800507"/>
            <a:ext cx="1200026" cy="3546613"/>
          </a:xfrm>
          <a:prstGeom prst="rect">
            <a:avLst/>
          </a:prstGeom>
          <a:solidFill>
            <a:schemeClr val="accent4">
              <a:lumMod val="60000"/>
              <a:lumOff val="40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E72B4-F904-7344-02FF-97F7765F655F}"/>
              </a:ext>
            </a:extLst>
          </p:cNvPr>
          <p:cNvSpPr/>
          <p:nvPr/>
        </p:nvSpPr>
        <p:spPr>
          <a:xfrm>
            <a:off x="1501797" y="1800507"/>
            <a:ext cx="817509" cy="3546613"/>
          </a:xfrm>
          <a:prstGeom prst="rect">
            <a:avLst/>
          </a:prstGeom>
          <a:solidFill>
            <a:schemeClr val="accent5">
              <a:lumMod val="75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A50CC3-6A32-E1A9-ABD3-04EEEA69CDF4}"/>
              </a:ext>
            </a:extLst>
          </p:cNvPr>
          <p:cNvSpPr/>
          <p:nvPr/>
        </p:nvSpPr>
        <p:spPr>
          <a:xfrm>
            <a:off x="3545568" y="1800504"/>
            <a:ext cx="790263" cy="3546613"/>
          </a:xfrm>
          <a:prstGeom prst="rect">
            <a:avLst/>
          </a:prstGeom>
          <a:solidFill>
            <a:schemeClr val="accent6">
              <a:lumMod val="60000"/>
              <a:lumOff val="40000"/>
              <a:alpha val="3286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3E0A59-A4F2-313B-EC13-826C5DC7F381}"/>
              </a:ext>
            </a:extLst>
          </p:cNvPr>
          <p:cNvSpPr/>
          <p:nvPr/>
        </p:nvSpPr>
        <p:spPr>
          <a:xfrm>
            <a:off x="4348949" y="1800504"/>
            <a:ext cx="791272" cy="3546613"/>
          </a:xfrm>
          <a:prstGeom prst="rect">
            <a:avLst/>
          </a:prstGeom>
          <a:solidFill>
            <a:srgbClr val="7030A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E2DF4D-49AD-4BEF-00B9-09B9A6ABE8E3}"/>
              </a:ext>
            </a:extLst>
          </p:cNvPr>
          <p:cNvSpPr/>
          <p:nvPr/>
        </p:nvSpPr>
        <p:spPr>
          <a:xfrm>
            <a:off x="5153340" y="1800505"/>
            <a:ext cx="1253511" cy="3546613"/>
          </a:xfrm>
          <a:prstGeom prst="rect">
            <a:avLst/>
          </a:prstGeom>
          <a:solidFill>
            <a:srgbClr val="FF0000">
              <a:alpha val="3286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3A646B-D9D2-968B-6040-6CCD987207E3}"/>
              </a:ext>
            </a:extLst>
          </p:cNvPr>
          <p:cNvSpPr/>
          <p:nvPr/>
        </p:nvSpPr>
        <p:spPr>
          <a:xfrm>
            <a:off x="7157766" y="2131674"/>
            <a:ext cx="252000" cy="252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93869-2C17-373C-EAE8-1B02C98C39E2}"/>
              </a:ext>
            </a:extLst>
          </p:cNvPr>
          <p:cNvSpPr txBox="1"/>
          <p:nvPr/>
        </p:nvSpPr>
        <p:spPr>
          <a:xfrm>
            <a:off x="7509168" y="2073008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CF2557-FC20-E22D-5EEE-2A45C82D4066}"/>
              </a:ext>
            </a:extLst>
          </p:cNvPr>
          <p:cNvSpPr/>
          <p:nvPr/>
        </p:nvSpPr>
        <p:spPr>
          <a:xfrm>
            <a:off x="7150939" y="2762468"/>
            <a:ext cx="252000" cy="252000"/>
          </a:xfrm>
          <a:prstGeom prst="rect">
            <a:avLst/>
          </a:prstGeom>
          <a:solidFill>
            <a:srgbClr val="FFF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1122D-FED7-651F-5D9A-D2AF4A96EE48}"/>
              </a:ext>
            </a:extLst>
          </p:cNvPr>
          <p:cNvSpPr txBox="1"/>
          <p:nvPr/>
        </p:nvSpPr>
        <p:spPr>
          <a:xfrm>
            <a:off x="7509168" y="270380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41CB4-F75A-245B-2014-CA494F710D04}"/>
              </a:ext>
            </a:extLst>
          </p:cNvPr>
          <p:cNvSpPr/>
          <p:nvPr/>
        </p:nvSpPr>
        <p:spPr>
          <a:xfrm>
            <a:off x="7150939" y="3421915"/>
            <a:ext cx="252000" cy="252000"/>
          </a:xfrm>
          <a:prstGeom prst="rect">
            <a:avLst/>
          </a:prstGeom>
          <a:solidFill>
            <a:srgbClr val="C8D7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518F1-2A42-9DDC-3ACB-8433498EEE70}"/>
              </a:ext>
            </a:extLst>
          </p:cNvPr>
          <p:cNvSpPr txBox="1"/>
          <p:nvPr/>
        </p:nvSpPr>
        <p:spPr>
          <a:xfrm>
            <a:off x="7509168" y="3363249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FF3488-F55F-1321-48B6-6D73D8BD2DA8}"/>
              </a:ext>
            </a:extLst>
          </p:cNvPr>
          <p:cNvSpPr/>
          <p:nvPr/>
        </p:nvSpPr>
        <p:spPr>
          <a:xfrm>
            <a:off x="7150939" y="3978172"/>
            <a:ext cx="252000" cy="252000"/>
          </a:xfrm>
          <a:prstGeom prst="rect">
            <a:avLst/>
          </a:prstGeom>
          <a:solidFill>
            <a:srgbClr val="D1B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5EEF1-BB81-6090-6224-3ED08E7BC62F}"/>
              </a:ext>
            </a:extLst>
          </p:cNvPr>
          <p:cNvSpPr txBox="1"/>
          <p:nvPr/>
        </p:nvSpPr>
        <p:spPr>
          <a:xfrm>
            <a:off x="7509168" y="3919506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7695EE-BD05-04E4-18A4-66BAA10028D2}"/>
              </a:ext>
            </a:extLst>
          </p:cNvPr>
          <p:cNvSpPr/>
          <p:nvPr/>
        </p:nvSpPr>
        <p:spPr>
          <a:xfrm>
            <a:off x="7157766" y="4651761"/>
            <a:ext cx="252000" cy="252000"/>
          </a:xfrm>
          <a:prstGeom prst="rect">
            <a:avLst/>
          </a:prstGeom>
          <a:solidFill>
            <a:srgbClr val="FFB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699C0C-BDB2-C4AB-D4B4-6BDAB3AA7C8D}"/>
              </a:ext>
            </a:extLst>
          </p:cNvPr>
          <p:cNvSpPr txBox="1"/>
          <p:nvPr/>
        </p:nvSpPr>
        <p:spPr>
          <a:xfrm>
            <a:off x="7515995" y="459309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EC90C-F0E1-C462-35AE-CBA2C5778AA9}"/>
              </a:ext>
            </a:extLst>
          </p:cNvPr>
          <p:cNvSpPr txBox="1"/>
          <p:nvPr/>
        </p:nvSpPr>
        <p:spPr>
          <a:xfrm>
            <a:off x="216075" y="1214104"/>
            <a:ext cx="171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Non-transfected</a:t>
            </a:r>
            <a:endParaRPr lang="en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1E69E5-CABA-38D6-56AA-B38C4210B0BB}"/>
              </a:ext>
            </a:extLst>
          </p:cNvPr>
          <p:cNvSpPr txBox="1"/>
          <p:nvPr/>
        </p:nvSpPr>
        <p:spPr>
          <a:xfrm>
            <a:off x="2124986" y="96882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AB8C5A-80D6-5D50-F947-F61C034E91BB}"/>
              </a:ext>
            </a:extLst>
          </p:cNvPr>
          <p:cNvSpPr txBox="1"/>
          <p:nvPr/>
        </p:nvSpPr>
        <p:spPr>
          <a:xfrm>
            <a:off x="3070108" y="1246439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0.01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A53B42-CD23-6D3F-A95D-1BE3FC9040F3}"/>
              </a:ext>
            </a:extLst>
          </p:cNvPr>
          <p:cNvSpPr txBox="1"/>
          <p:nvPr/>
        </p:nvSpPr>
        <p:spPr>
          <a:xfrm>
            <a:off x="4252249" y="865635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0.1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7D817-53AD-4171-2FE9-DF710F34399F}"/>
              </a:ext>
            </a:extLst>
          </p:cNvPr>
          <p:cNvSpPr txBox="1"/>
          <p:nvPr/>
        </p:nvSpPr>
        <p:spPr>
          <a:xfrm>
            <a:off x="5865191" y="121410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</a:t>
            </a:r>
            <a:r>
              <a:rPr lang="el-G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μ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g/ml Dox</a:t>
            </a:r>
            <a:endParaRPr lang="en-SE" dirty="0"/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95F14FC7-5A1D-CD80-A773-A2251B8D2288}"/>
              </a:ext>
            </a:extLst>
          </p:cNvPr>
          <p:cNvCxnSpPr>
            <a:cxnSpLocks/>
          </p:cNvCxnSpPr>
          <p:nvPr/>
        </p:nvCxnSpPr>
        <p:spPr>
          <a:xfrm>
            <a:off x="1429128" y="1524515"/>
            <a:ext cx="478330" cy="199712"/>
          </a:xfrm>
          <a:prstGeom prst="curvedConnector3">
            <a:avLst>
              <a:gd name="adj1" fmla="val 9937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0BC281-E024-C09B-7F66-30E31CE3CA4F}"/>
              </a:ext>
            </a:extLst>
          </p:cNvPr>
          <p:cNvCxnSpPr>
            <a:stCxn id="23" idx="2"/>
          </p:cNvCxnSpPr>
          <p:nvPr/>
        </p:nvCxnSpPr>
        <p:spPr>
          <a:xfrm>
            <a:off x="2835277" y="1338160"/>
            <a:ext cx="0" cy="397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F202C0-FDBE-018F-0C9A-6B56910D0383}"/>
              </a:ext>
            </a:extLst>
          </p:cNvPr>
          <p:cNvCxnSpPr>
            <a:cxnSpLocks/>
          </p:cNvCxnSpPr>
          <p:nvPr/>
        </p:nvCxnSpPr>
        <p:spPr>
          <a:xfrm>
            <a:off x="4111772" y="1583436"/>
            <a:ext cx="0" cy="10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0B59A6-3EA1-0044-9855-703BF018D94A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4973924" y="1234967"/>
            <a:ext cx="84796" cy="48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AB8AC6A9-5898-9830-925E-ACFB6DFE3ED5}"/>
              </a:ext>
            </a:extLst>
          </p:cNvPr>
          <p:cNvCxnSpPr/>
          <p:nvPr/>
        </p:nvCxnSpPr>
        <p:spPr>
          <a:xfrm rot="10800000" flipV="1">
            <a:off x="5637791" y="1524515"/>
            <a:ext cx="357282" cy="199712"/>
          </a:xfrm>
          <a:prstGeom prst="curvedConnector3">
            <a:avLst>
              <a:gd name="adj1" fmla="val 1008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92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278</Words>
  <Application>Microsoft Macintosh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Panagiotis Kalogeropoulos</cp:lastModifiedBy>
  <cp:revision>10</cp:revision>
  <dcterms:created xsi:type="dcterms:W3CDTF">2024-07-19T05:48:08Z</dcterms:created>
  <dcterms:modified xsi:type="dcterms:W3CDTF">2024-07-23T09:31:39Z</dcterms:modified>
</cp:coreProperties>
</file>