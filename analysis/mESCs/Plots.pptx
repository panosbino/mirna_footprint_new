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>
        <p:scale>
          <a:sx n="80" d="100"/>
          <a:sy n="80" d="100"/>
        </p:scale>
        <p:origin x="784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74FE-AD7A-B7A3-B4B9-2CA221F48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9E25F-DFCD-9191-266A-4E85A70F8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DC63F-7F11-FB1E-4BF1-755CDD4A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B81B-6834-0D49-B7B8-A5702D29668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BDE99-E3F6-D629-3EB0-F062E888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FF110-97F3-F7A2-341F-2FB0DEC0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BE20-83E9-AC46-9419-8A67D2C25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2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8003-9357-A13F-71E5-CC0B459BC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CD808-0DBB-5D90-B2D9-54D53A3B2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202EF-381F-785C-9771-F0ECF2528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B81B-6834-0D49-B7B8-A5702D29668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E6EE3-9EA6-EC8E-52D4-D4CE660A9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3C034-38B0-94E7-CBDA-986F83D8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BE20-83E9-AC46-9419-8A67D2C25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70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5407C-A7B4-420B-F970-653FDB2CA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69380-7487-8D00-3390-54286CD27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320E-E2E7-4EF9-F307-8B58D891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B81B-6834-0D49-B7B8-A5702D29668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863B7-F99A-5892-7BD1-7C63F1B3F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EA91E-F570-6099-97D2-CECD792A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BE20-83E9-AC46-9419-8A67D2C25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0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2FC0-C50A-898E-99DA-38559641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31C5A-B70A-9555-668A-E15D59953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E6B35-1185-0A39-B11D-A3EC6C516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A5E7E-C2AD-B11D-248B-D51B02E0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B81B-6834-0D49-B7B8-A5702D29668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1C4A0-1BF8-B79E-BAA6-9BC51467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8F5F3-A2A1-0A6A-0ED0-7BCF6C1F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BE20-83E9-AC46-9419-8A67D2C25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8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95BD7-209E-9A09-C7C2-C69D3881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3AF26-6631-D2C0-0773-8083AC181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6753C-F16C-CE72-E48D-7B08EC259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8E045-654F-41F5-64AA-A2E208272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ECC191-8CA9-EAFC-8C8F-C9D0E352E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F93577-BF1B-2248-3DA5-F1267D16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B81B-6834-0D49-B7B8-A5702D29668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DC03AB-4784-93C2-20BD-0A501D7E8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9B28B-E771-5C26-1F4D-87D6E30D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BE20-83E9-AC46-9419-8A67D2C25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81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BF7DA-B5BA-E28E-7849-27FC9FDF6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47BBA-4778-880A-48F1-E3EC08C4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B81B-6834-0D49-B7B8-A5702D29668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388CF-14FD-511C-2CC0-B2CF492D5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22B10-DAE2-224D-9EB1-95B6ED66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BE20-83E9-AC46-9419-8A67D2C25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1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FDA03C-0BC4-41BA-C300-8A85BC657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B81B-6834-0D49-B7B8-A5702D29668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572E8-37DD-0F73-6A7E-84CF376A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00FC3-759B-4D6C-FC82-12B21623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BE20-83E9-AC46-9419-8A67D2C25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2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1509-8078-B0A6-E853-6A702EDC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DEA0C-A9FD-87A0-1768-6B6D93151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930BC-B4B3-EF1A-EFCE-1989D584D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F74CB-9532-0F31-59CF-3E3A18F8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B81B-6834-0D49-B7B8-A5702D29668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EF82-02C8-AFD2-135B-8E23C42F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08ADC-9F3A-AC29-6F9F-A95804AC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BE20-83E9-AC46-9419-8A67D2C25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93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36E8-5DA2-6000-C49C-5CFD74410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99E54-7C46-E5F0-DF6D-13FD638A241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A1386-7FC6-14E7-A0BC-69ED75F97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63E76-6691-4BCB-8FA8-35420465B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B81B-6834-0D49-B7B8-A5702D29668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3F726-99E9-FAAA-0356-E101994A3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F84D7-24D7-E544-BF7E-FB5395F7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BE20-83E9-AC46-9419-8A67D2C25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19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99618-C775-12B6-8C8F-81B21449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3E194-7B6C-3074-27EF-7E8DD38FA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67674-B6D6-8B50-DADE-644414E8A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B81B-6834-0D49-B7B8-A5702D29668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24E90-4FBD-9A65-53DE-1770C9E0A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DF434-3CF0-7280-A507-51B7524D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BE20-83E9-AC46-9419-8A67D2C25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982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489AC-A694-61FF-B38F-6CAEFF216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2184F7-FCF1-D4AE-0860-48582D9A2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D5EAB-08C2-A1EA-A808-0FB0C209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B81B-6834-0D49-B7B8-A5702D29668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770F-1C9E-3821-C9C1-7FF369EDB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97206-DF41-908E-4122-40CE8B3B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FBE20-83E9-AC46-9419-8A67D2C25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4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201818-D5FE-27A8-8C20-0A799AB00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6A2D6-2E0D-8BC4-0A37-CAEB5EF5F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30BBD-6C0D-858E-686E-4EE1686FF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5B81B-6834-0D49-B7B8-A5702D296687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BBEE4-AD4A-F055-9F8C-F580E56EA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6EC6B-4DDC-8C1A-803E-4B73C93D2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FBE20-83E9-AC46-9419-8A67D2C25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2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7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12" Type="http://schemas.openxmlformats.org/officeDocument/2006/relationships/image" Target="../media/image16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CA658A-4A54-9742-9A35-AFFD4AFB75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48" b="1"/>
          <a:stretch>
            <a:fillRect/>
          </a:stretch>
        </p:blipFill>
        <p:spPr>
          <a:xfrm>
            <a:off x="528917" y="1284195"/>
            <a:ext cx="1864659" cy="15127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9838F7-CDFA-21C4-25F5-E405EF3ABB44}"/>
              </a:ext>
            </a:extLst>
          </p:cNvPr>
          <p:cNvSpPr txBox="1"/>
          <p:nvPr/>
        </p:nvSpPr>
        <p:spPr>
          <a:xfrm>
            <a:off x="457200" y="914863"/>
            <a:ext cx="188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BayesReact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8D3123-0239-E454-6031-3EFA514410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28"/>
          <a:stretch>
            <a:fillRect/>
          </a:stretch>
        </p:blipFill>
        <p:spPr>
          <a:xfrm>
            <a:off x="2613211" y="1284195"/>
            <a:ext cx="1880130" cy="15127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6882CC-DDFE-57AC-368A-37652DE93A7D}"/>
              </a:ext>
            </a:extLst>
          </p:cNvPr>
          <p:cNvSpPr txBox="1"/>
          <p:nvPr/>
        </p:nvSpPr>
        <p:spPr>
          <a:xfrm>
            <a:off x="2559423" y="914863"/>
            <a:ext cx="188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miReact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5889C2-EE0D-4F21-4FDF-60838169F1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28"/>
          <a:stretch>
            <a:fillRect/>
          </a:stretch>
        </p:blipFill>
        <p:spPr>
          <a:xfrm>
            <a:off x="4712976" y="1284193"/>
            <a:ext cx="1880131" cy="15127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E42A8C-5FB1-DB4C-3BB6-5AE137B9D441}"/>
              </a:ext>
            </a:extLst>
          </p:cNvPr>
          <p:cNvSpPr txBox="1"/>
          <p:nvPr/>
        </p:nvSpPr>
        <p:spPr>
          <a:xfrm>
            <a:off x="4607858" y="656136"/>
            <a:ext cx="1882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miTea-HiRes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Targetscan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3B5ACD-12CA-EA82-C88F-927E8676F8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128"/>
          <a:stretch>
            <a:fillRect/>
          </a:stretch>
        </p:blipFill>
        <p:spPr>
          <a:xfrm>
            <a:off x="8912507" y="1284192"/>
            <a:ext cx="1880131" cy="15127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3153E56-3561-0240-8B50-5E709926B08B}"/>
              </a:ext>
            </a:extLst>
          </p:cNvPr>
          <p:cNvSpPr txBox="1"/>
          <p:nvPr/>
        </p:nvSpPr>
        <p:spPr>
          <a:xfrm>
            <a:off x="8799848" y="914859"/>
            <a:ext cx="188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method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A54FD8-8677-1BAC-ABA5-E33E992E06F3}"/>
              </a:ext>
            </a:extLst>
          </p:cNvPr>
          <p:cNvSpPr txBox="1"/>
          <p:nvPr/>
        </p:nvSpPr>
        <p:spPr>
          <a:xfrm>
            <a:off x="3263542" y="111275"/>
            <a:ext cx="4778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Combined top3 families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DC70B8-B182-26C1-6074-B7FAFEEB4E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128"/>
          <a:stretch>
            <a:fillRect/>
          </a:stretch>
        </p:blipFill>
        <p:spPr>
          <a:xfrm>
            <a:off x="6812742" y="1284191"/>
            <a:ext cx="1880130" cy="151279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CEF22E5-F5A0-A03C-9D51-05F22AC23E9D}"/>
              </a:ext>
            </a:extLst>
          </p:cNvPr>
          <p:cNvSpPr txBox="1"/>
          <p:nvPr/>
        </p:nvSpPr>
        <p:spPr>
          <a:xfrm>
            <a:off x="6703853" y="656136"/>
            <a:ext cx="1882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miTea-HiRes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default</a:t>
            </a:r>
          </a:p>
        </p:txBody>
      </p:sp>
    </p:spTree>
    <p:extLst>
      <p:ext uri="{BB962C8B-B14F-4D97-AF65-F5344CB8AC3E}">
        <p14:creationId xmlns:p14="http://schemas.microsoft.com/office/powerpoint/2010/main" val="439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040EAA-B388-882B-9EBD-5A3F5C909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538" y="1871861"/>
            <a:ext cx="1326776" cy="1137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659411-DEA0-6177-1298-C19BAE60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280" y="1871861"/>
            <a:ext cx="1331259" cy="1141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836449-CC61-D4FA-45BD-49CA45227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185" y="1871861"/>
            <a:ext cx="1340224" cy="11487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D2D6B6-0606-0417-1C3C-BE35280615C5}"/>
              </a:ext>
            </a:extLst>
          </p:cNvPr>
          <p:cNvSpPr txBox="1"/>
          <p:nvPr/>
        </p:nvSpPr>
        <p:spPr>
          <a:xfrm>
            <a:off x="2499091" y="1455003"/>
            <a:ext cx="216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BayesReact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49F957-32CD-7AE0-D667-D2952E84C936}"/>
              </a:ext>
            </a:extLst>
          </p:cNvPr>
          <p:cNvSpPr/>
          <p:nvPr/>
        </p:nvSpPr>
        <p:spPr>
          <a:xfrm>
            <a:off x="1217138" y="1374321"/>
            <a:ext cx="4867836" cy="174811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08E0CF-1E83-1054-3BA1-331DBAE26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0777" y="1932838"/>
            <a:ext cx="1380565" cy="11833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3D343F-E2BE-2BC5-7B8A-89A7FACE0F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177" y="1944364"/>
            <a:ext cx="1367118" cy="11718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ACDA63-4ED2-0DB4-5214-0306ECEF7C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0977" y="1932838"/>
            <a:ext cx="1380565" cy="118334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3740A5F-7CFC-8BBC-213D-21316C167E24}"/>
              </a:ext>
            </a:extLst>
          </p:cNvPr>
          <p:cNvSpPr/>
          <p:nvPr/>
        </p:nvSpPr>
        <p:spPr>
          <a:xfrm>
            <a:off x="6481482" y="1368061"/>
            <a:ext cx="4867836" cy="174811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E3D5CA-9EC0-E4E1-DD2E-597C15EFCDA3}"/>
              </a:ext>
            </a:extLst>
          </p:cNvPr>
          <p:cNvSpPr txBox="1"/>
          <p:nvPr/>
        </p:nvSpPr>
        <p:spPr>
          <a:xfrm>
            <a:off x="8014448" y="1448743"/>
            <a:ext cx="216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miReact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26DFA8-A35C-496A-D092-DD39FB78F1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6322" y="3950076"/>
            <a:ext cx="1340225" cy="11487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415BF20-869A-F9D9-AC59-C4947E2DF6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46" y="3927661"/>
            <a:ext cx="1366375" cy="117117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5799414-E281-EDA7-5C40-0375D79CDB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7034" y="3927661"/>
            <a:ext cx="1366375" cy="117117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718BC3F-C689-ABAF-E233-6CF18E1E2606}"/>
              </a:ext>
            </a:extLst>
          </p:cNvPr>
          <p:cNvSpPr/>
          <p:nvPr/>
        </p:nvSpPr>
        <p:spPr>
          <a:xfrm>
            <a:off x="1217138" y="3412193"/>
            <a:ext cx="4867836" cy="174811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AF986F-9D38-9AAF-A36E-CA2BA05B3F2A}"/>
              </a:ext>
            </a:extLst>
          </p:cNvPr>
          <p:cNvSpPr txBox="1"/>
          <p:nvPr/>
        </p:nvSpPr>
        <p:spPr>
          <a:xfrm>
            <a:off x="2499091" y="3492875"/>
            <a:ext cx="216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Our method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047FB7D-3637-C016-9C1E-73F6A4E11C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5740" y="3902189"/>
            <a:ext cx="1366375" cy="117117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FE6730F-64E5-4952-2A6C-671FB1D1658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7328" y="3902189"/>
            <a:ext cx="1366375" cy="117117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1571D87-76F3-A494-F670-A9C9C7FCCF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6534" y="3902190"/>
            <a:ext cx="1366375" cy="1171178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78D344C-3790-383C-0CB0-839FD7622C9B}"/>
              </a:ext>
            </a:extLst>
          </p:cNvPr>
          <p:cNvSpPr/>
          <p:nvPr/>
        </p:nvSpPr>
        <p:spPr>
          <a:xfrm>
            <a:off x="6481482" y="3405933"/>
            <a:ext cx="4867836" cy="174811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D20704-4396-84FE-9EAF-34EE823A8A22}"/>
              </a:ext>
            </a:extLst>
          </p:cNvPr>
          <p:cNvSpPr txBox="1"/>
          <p:nvPr/>
        </p:nvSpPr>
        <p:spPr>
          <a:xfrm>
            <a:off x="8014448" y="3473168"/>
            <a:ext cx="216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miTEA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332000-A44D-E5BC-DABF-D91259880BF5}"/>
              </a:ext>
            </a:extLst>
          </p:cNvPr>
          <p:cNvSpPr txBox="1"/>
          <p:nvPr/>
        </p:nvSpPr>
        <p:spPr>
          <a:xfrm>
            <a:off x="3889184" y="704833"/>
            <a:ext cx="4778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Separate miRNA families</a:t>
            </a:r>
          </a:p>
        </p:txBody>
      </p:sp>
    </p:spTree>
    <p:extLst>
      <p:ext uri="{BB962C8B-B14F-4D97-AF65-F5344CB8AC3E}">
        <p14:creationId xmlns:p14="http://schemas.microsoft.com/office/powerpoint/2010/main" val="1938792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7218C8-2D08-B238-98B1-98D817E1AD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726"/>
          <a:stretch>
            <a:fillRect/>
          </a:stretch>
        </p:blipFill>
        <p:spPr>
          <a:xfrm>
            <a:off x="1238261" y="854241"/>
            <a:ext cx="4293246" cy="24343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1DBD81-EA50-35D0-1E33-6176717C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274"/>
          <a:stretch>
            <a:fillRect/>
          </a:stretch>
        </p:blipFill>
        <p:spPr>
          <a:xfrm>
            <a:off x="5232745" y="854243"/>
            <a:ext cx="4293246" cy="271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05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5b66c34-d3f7-4b74-a2f5-5e46d77d2b05}" enabled="1" method="Privileged" siteId="{1e586649-7317-42fb-8949-66923d34ba7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19</Words>
  <Application>Microsoft Macintosh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Panagiotis Kalogeropoulos</dc:creator>
  <cp:lastModifiedBy>Panagiotis Kalogeropoulos</cp:lastModifiedBy>
  <cp:revision>1</cp:revision>
  <dcterms:created xsi:type="dcterms:W3CDTF">2026-09-28T11:50:09Z</dcterms:created>
  <dcterms:modified xsi:type="dcterms:W3CDTF">2026-09-28T13:06:24Z</dcterms:modified>
</cp:coreProperties>
</file>